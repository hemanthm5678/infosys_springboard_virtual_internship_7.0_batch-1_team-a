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57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-992" y="-3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840A1-B0A0-46A5-B54E-A85918D77DC3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C6A092-3684-4E75-A15F-C9990BEC5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414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6.png"/><Relationship Id="rId4" Type="http://schemas.openxmlformats.org/officeDocument/2006/relationships/image" Target="../media/image6.png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3" Type="http://schemas.openxmlformats.org/officeDocument/2006/relationships/image" Target="../media/image1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INTERNSHIP 7.0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760720" y="320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Infosys  |  Springboard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COMPLETION REPORT   •   BATCH 1   •   GROUP 1   •   TEAM 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</a:pPr>
            <a:r>
              <a:rPr lang="en-US" sz="3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Analytics Platform with Incident Visualization System 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023360" y="3127248"/>
            <a:ext cx="1097280" cy="0"/>
          </a:xfrm>
          <a:prstGeom prst="line">
            <a:avLst/>
          </a:prstGeom>
          <a:noFill/>
          <a:ln w="19050">
            <a:solidFill>
              <a:srgbClr val="2AB7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3375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 Jaiswal, Srinidhi, Darsh Dwivedi, Deepan S, Harini T, Hemanth 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3886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Nithayasri S J    </a:t>
            </a:r>
            <a:r>
              <a:rPr lang="en-US" sz="1200" b="1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  Duration: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    </a:t>
            </a:r>
            <a:r>
              <a:rPr lang="en-US" sz="1200" b="1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  Year: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457200" cy="457200"/>
          </a:xfrm>
          <a:prstGeom prst="ellipse">
            <a:avLst/>
          </a:prstGeom>
          <a:solidFill>
            <a:srgbClr val="0A3D62"/>
          </a:solidFill>
          <a:ln/>
        </p:spPr>
      </p:sp>
      <p:pic>
        <p:nvPicPr>
          <p:cNvPr id="5" name="Image 0" descr="./icons/bulls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55448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426464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real-world cyberattack data to detect patterns of malicious network activity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2286000"/>
            <a:ext cx="457200" cy="457200"/>
          </a:xfrm>
          <a:prstGeom prst="ellipse">
            <a:avLst/>
          </a:prstGeom>
          <a:solidFill>
            <a:srgbClr val="0A3D62"/>
          </a:solidFill>
          <a:ln/>
        </p:spPr>
      </p:sp>
      <p:pic>
        <p:nvPicPr>
          <p:cNvPr id="8" name="Image 1" descr="./icons/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39572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2267712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early detection of intrusions and reduce response time to security incidents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57200" y="3127248"/>
            <a:ext cx="457200" cy="457200"/>
          </a:xfrm>
          <a:prstGeom prst="ellipse">
            <a:avLst/>
          </a:prstGeom>
          <a:solidFill>
            <a:srgbClr val="0A3D62"/>
          </a:solidFill>
          <a:ln/>
        </p:spPr>
      </p:sp>
      <p:pic>
        <p:nvPicPr>
          <p:cNvPr id="11" name="Image 2" descr="./icons/chartp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236976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3108960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raw security logs into clear, actionable visual dashboards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57200" y="3968496"/>
            <a:ext cx="457200" cy="457200"/>
          </a:xfrm>
          <a:prstGeom prst="ellipse">
            <a:avLst/>
          </a:prstGeom>
          <a:solidFill>
            <a:srgbClr val="0A3D62"/>
          </a:solidFill>
          <a:ln/>
        </p:spPr>
      </p:sp>
      <p:pic>
        <p:nvPicPr>
          <p:cNvPr id="14" name="Image 3" descr="./icons/checkcirc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078224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3950208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 interactive Power BI dashboard revealing key threat trends and insights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4617720" y="1051560"/>
            <a:ext cx="0" cy="370332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89204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MODULES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92040" y="1481328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001768" y="1554480"/>
            <a:ext cx="402336" cy="402336"/>
          </a:xfrm>
          <a:prstGeom prst="ellipse">
            <a:avLst/>
          </a:prstGeom>
          <a:solidFill>
            <a:srgbClr val="2AB7CA"/>
          </a:solidFill>
          <a:ln/>
        </p:spPr>
      </p:sp>
      <p:pic>
        <p:nvPicPr>
          <p:cNvPr id="20" name="Image 4" descr="./icons/datab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8329" y="1651041"/>
            <a:ext cx="209215" cy="20921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532120" y="14813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Data Acquisition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4892040" y="2157984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001768" y="2231136"/>
            <a:ext cx="402336" cy="402336"/>
          </a:xfrm>
          <a:prstGeom prst="ellipse">
            <a:avLst/>
          </a:prstGeom>
          <a:solidFill>
            <a:srgbClr val="2AB7CA"/>
          </a:solidFill>
          <a:ln/>
        </p:spPr>
      </p:sp>
      <p:pic>
        <p:nvPicPr>
          <p:cNvPr id="24" name="Image 5" descr="./icons/plu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8329" y="2327697"/>
            <a:ext cx="209215" cy="20921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532120" y="215798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Data Understanding &amp; Connection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4892040" y="283464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5001768" y="2907792"/>
            <a:ext cx="402336" cy="402336"/>
          </a:xfrm>
          <a:prstGeom prst="ellipse">
            <a:avLst/>
          </a:prstGeom>
          <a:solidFill>
            <a:srgbClr val="2AB7CA"/>
          </a:solidFill>
          <a:ln/>
        </p:spPr>
      </p:sp>
      <p:pic>
        <p:nvPicPr>
          <p:cNvPr id="28" name="Image 6" descr="./icons/broo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98329" y="3004353"/>
            <a:ext cx="209215" cy="20921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532120" y="2834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Data Preprocessing</a:t>
            </a:r>
            <a:endParaRPr lang="en-US" sz="1150" dirty="0"/>
          </a:p>
        </p:txBody>
      </p:sp>
      <p:sp>
        <p:nvSpPr>
          <p:cNvPr id="30" name="Shape 21"/>
          <p:cNvSpPr/>
          <p:nvPr/>
        </p:nvSpPr>
        <p:spPr>
          <a:xfrm>
            <a:off x="4892040" y="3511296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5001768" y="3584448"/>
            <a:ext cx="402336" cy="402336"/>
          </a:xfrm>
          <a:prstGeom prst="ellipse">
            <a:avLst/>
          </a:prstGeom>
          <a:solidFill>
            <a:srgbClr val="2AB7CA"/>
          </a:solidFill>
          <a:ln/>
        </p:spPr>
      </p:sp>
      <p:pic>
        <p:nvPicPr>
          <p:cNvPr id="32" name="Image 7" descr="./icons/chartba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98329" y="3681009"/>
            <a:ext cx="209215" cy="209215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532120" y="351129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Threat Analytics &amp; Visualization</a:t>
            </a:r>
            <a:endParaRPr lang="en-US" sz="1150" dirty="0"/>
          </a:p>
        </p:txBody>
      </p:sp>
      <p:sp>
        <p:nvSpPr>
          <p:cNvPr id="34" name="Shape 24"/>
          <p:cNvSpPr/>
          <p:nvPr/>
        </p:nvSpPr>
        <p:spPr>
          <a:xfrm>
            <a:off x="4892040" y="4187952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5001768" y="4261104"/>
            <a:ext cx="402336" cy="402336"/>
          </a:xfrm>
          <a:prstGeom prst="ellipse">
            <a:avLst/>
          </a:prstGeom>
          <a:solidFill>
            <a:srgbClr val="2AB7CA"/>
          </a:solidFill>
          <a:ln/>
        </p:spPr>
      </p:sp>
      <p:pic>
        <p:nvPicPr>
          <p:cNvPr id="36" name="Image 8" descr="./icons/tachomet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98329" y="4357665"/>
            <a:ext cx="209215" cy="209215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532120" y="41879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Power BI Dashboard Development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20700"/>
            <a:ext cx="813816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76072" y="2441448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endParaRPr lang="en-US" sz="1100" dirty="0"/>
          </a:p>
        </p:txBody>
      </p:sp>
      <p:pic>
        <p:nvPicPr>
          <p:cNvPr id="11" name="Image 2" descr="icons/FaCloudUploadAl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4248" y="1916948"/>
            <a:ext cx="280904" cy="2809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496312" y="2441448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4416552" y="2441448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6336792" y="2441448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576072" y="4315968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2496312" y="4315968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4343400" y="347472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6" name="Text 26"/>
          <p:cNvSpPr/>
          <p:nvPr/>
        </p:nvSpPr>
        <p:spPr>
          <a:xfrm>
            <a:off x="4416552" y="4315968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endParaRPr lang="en-US" sz="1100" dirty="0"/>
          </a:p>
        </p:txBody>
      </p:sp>
      <p:sp>
        <p:nvSpPr>
          <p:cNvPr id="38" name="Shape 28"/>
          <p:cNvSpPr/>
          <p:nvPr/>
        </p:nvSpPr>
        <p:spPr>
          <a:xfrm>
            <a:off x="6263640" y="347472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1" name="Text 30"/>
          <p:cNvSpPr/>
          <p:nvPr/>
        </p:nvSpPr>
        <p:spPr>
          <a:xfrm>
            <a:off x="6336792" y="4315968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endParaRPr lang="en-US" sz="11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699" y="520700"/>
            <a:ext cx="3458633" cy="4550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3" name="TextBox 42"/>
          <p:cNvSpPr txBox="1"/>
          <p:nvPr/>
        </p:nvSpPr>
        <p:spPr>
          <a:xfrm>
            <a:off x="152400" y="684768"/>
            <a:ext cx="345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Diagram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30357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Execution Milestones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40664" y="1517904"/>
            <a:ext cx="7790688" cy="0"/>
          </a:xfrm>
          <a:prstGeom prst="line">
            <a:avLst/>
          </a:prstGeom>
          <a:noFill/>
          <a:ln w="25400">
            <a:solidFill>
              <a:srgbClr val="D8E3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0432" y="1234440"/>
            <a:ext cx="566928" cy="566928"/>
          </a:xfrm>
          <a:prstGeom prst="ellipse">
            <a:avLst/>
          </a:prstGeom>
          <a:solidFill>
            <a:srgbClr val="0A3D62"/>
          </a:solidFill>
          <a:ln/>
        </p:spPr>
      </p:sp>
      <p:pic>
        <p:nvPicPr>
          <p:cNvPr id="5" name="Image 0" descr=".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495" y="1370503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11096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7200" y="214884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Acquisition &amp; Cleaning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7200" y="2697480"/>
            <a:ext cx="199339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792" y="2807208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dataset from Kaggle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structure &amp; fields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raw data for use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91840" y="1234440"/>
            <a:ext cx="566928" cy="566928"/>
          </a:xfrm>
          <a:prstGeom prst="ellipse">
            <a:avLst/>
          </a:prstGeom>
          <a:solidFill>
            <a:srgbClr val="0A3D62"/>
          </a:solidFill>
          <a:ln/>
        </p:spPr>
      </p:sp>
      <p:pic>
        <p:nvPicPr>
          <p:cNvPr id="11" name="Image 1" descr="./icons/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7903" y="137050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78608" y="1911096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2578608" y="214884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2578608" y="2697480"/>
            <a:ext cx="199339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2743200" y="2807208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dataset in Power BI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data types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key features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413248" y="1234440"/>
            <a:ext cx="566928" cy="566928"/>
          </a:xfrm>
          <a:prstGeom prst="ellipse">
            <a:avLst/>
          </a:prstGeom>
          <a:solidFill>
            <a:srgbClr val="0A3D62"/>
          </a:solidFill>
          <a:ln/>
        </p:spPr>
      </p:sp>
      <p:pic>
        <p:nvPicPr>
          <p:cNvPr id="17" name="Image 2" descr="./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9311" y="1370503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00016" y="1911096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700016" y="214884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4700016" y="2697480"/>
            <a:ext cx="199339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4864608" y="2807208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12-step preprocessing pipeline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Power BI dashboards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threat visualizations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7534656" y="1234440"/>
            <a:ext cx="566928" cy="566928"/>
          </a:xfrm>
          <a:prstGeom prst="ellipse">
            <a:avLst/>
          </a:prstGeom>
          <a:solidFill>
            <a:srgbClr val="0A3D62"/>
          </a:solidFill>
          <a:ln/>
        </p:spPr>
      </p:sp>
      <p:pic>
        <p:nvPicPr>
          <p:cNvPr id="23" name="Image 3" descr="./icons/checkdoub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0719" y="1370503"/>
            <a:ext cx="294803" cy="29480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21424" y="1911096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6821424" y="214884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Optimization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6821424" y="2697480"/>
            <a:ext cx="199339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6986016" y="2807208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dashboard accuracy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threat patterns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key insights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Resolutions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0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92040" y="1024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617720" y="1051560"/>
            <a:ext cx="0" cy="365760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393192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1563624"/>
            <a:ext cx="457200" cy="457200"/>
          </a:xfrm>
          <a:prstGeom prst="ellipse">
            <a:avLst/>
          </a:prstGeom>
          <a:solidFill>
            <a:srgbClr val="B04A3C"/>
          </a:solidFill>
          <a:ln/>
        </p:spPr>
      </p:sp>
      <p:pic>
        <p:nvPicPr>
          <p:cNvPr id="8" name="Image 0" descr=".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1673352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25296" y="1463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volume of raw cybersecurity data to process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2587752"/>
            <a:ext cx="393192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3504" y="2734056"/>
            <a:ext cx="457200" cy="457200"/>
          </a:xfrm>
          <a:prstGeom prst="ellipse">
            <a:avLst/>
          </a:prstGeom>
          <a:solidFill>
            <a:srgbClr val="B04A3C"/>
          </a:solidFill>
          <a:ln/>
        </p:spPr>
      </p:sp>
      <p:pic>
        <p:nvPicPr>
          <p:cNvPr id="12" name="Image 1" descr="./icons/b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2843784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25296" y="263347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identifying malicious traffic and meaningful threat patterns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758184"/>
            <a:ext cx="393192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3504" y="3904488"/>
            <a:ext cx="457200" cy="457200"/>
          </a:xfrm>
          <a:prstGeom prst="ellipse">
            <a:avLst/>
          </a:prstGeom>
          <a:solidFill>
            <a:srgbClr val="B04A3C"/>
          </a:solidFill>
          <a:ln/>
        </p:spPr>
      </p:sp>
      <p:pic>
        <p:nvPicPr>
          <p:cNvPr id="16" name="Image 2" descr="./icons/broo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01421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25296" y="380390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required cleaning and preprocessing before visualization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892040" y="1417320"/>
            <a:ext cx="393192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038344" y="1563624"/>
            <a:ext cx="457200" cy="457200"/>
          </a:xfrm>
          <a:prstGeom prst="ellipse">
            <a:avLst/>
          </a:prstGeom>
          <a:solidFill>
            <a:srgbClr val="2AB7CA"/>
          </a:solidFill>
          <a:ln/>
        </p:spPr>
      </p:sp>
      <p:pic>
        <p:nvPicPr>
          <p:cNvPr id="20" name="Image 3" descr="./icons/chartb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8072" y="1673352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0136" y="1463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and processed the cybersecurity dataset using Power BI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4892040" y="2587752"/>
            <a:ext cx="393192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038344" y="2734056"/>
            <a:ext cx="457200" cy="457200"/>
          </a:xfrm>
          <a:prstGeom prst="ellipse">
            <a:avLst/>
          </a:prstGeom>
          <a:solidFill>
            <a:srgbClr val="2AB7CA"/>
          </a:solidFill>
          <a:ln/>
        </p:spPr>
      </p:sp>
      <p:pic>
        <p:nvPicPr>
          <p:cNvPr id="24" name="Image 4" descr="./icons/sear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8072" y="2843784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660136" y="263347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systematic analysis and interactive visualizations to identify patterns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892040" y="3758184"/>
            <a:ext cx="393192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5038344" y="3904488"/>
            <a:ext cx="457200" cy="457200"/>
          </a:xfrm>
          <a:prstGeom prst="ellipse">
            <a:avLst/>
          </a:prstGeom>
          <a:solidFill>
            <a:srgbClr val="2AB7CA"/>
          </a:solidFill>
          <a:ln/>
        </p:spPr>
      </p:sp>
      <p:pic>
        <p:nvPicPr>
          <p:cNvPr id="28" name="Image 5" descr="./icons/checkcirc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8072" y="4014216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660136" y="380390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the complete 12-step preprocessing workflow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 &amp; Key Insights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335024"/>
            <a:ext cx="384048" cy="384048"/>
          </a:xfrm>
          <a:prstGeom prst="ellipse">
            <a:avLst/>
          </a:prstGeom>
          <a:solidFill>
            <a:srgbClr val="0A3D62"/>
          </a:solidFill>
          <a:ln/>
        </p:spPr>
      </p:sp>
      <p:pic>
        <p:nvPicPr>
          <p:cNvPr id="5" name="Image 0" descr="./icons/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372" y="1427196"/>
            <a:ext cx="199705" cy="1997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9264" y="130759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threat monitoring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901952"/>
            <a:ext cx="384048" cy="384048"/>
          </a:xfrm>
          <a:prstGeom prst="ellipse">
            <a:avLst/>
          </a:prstGeom>
          <a:solidFill>
            <a:srgbClr val="0A3D62"/>
          </a:solidFill>
          <a:ln/>
        </p:spPr>
      </p:sp>
      <p:pic>
        <p:nvPicPr>
          <p:cNvPr id="8" name="Image 1" descr="./icons/be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372" y="1994124"/>
            <a:ext cx="199705" cy="1997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9264" y="18745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threat alerts &amp; notifications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57200" y="2468880"/>
            <a:ext cx="384048" cy="384048"/>
          </a:xfrm>
          <a:prstGeom prst="ellipse">
            <a:avLst/>
          </a:prstGeom>
          <a:solidFill>
            <a:srgbClr val="0A3D62"/>
          </a:solidFill>
          <a:ln/>
        </p:spPr>
      </p:sp>
      <p:pic>
        <p:nvPicPr>
          <p:cNvPr id="11" name="Image 2" descr=".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372" y="2561052"/>
            <a:ext cx="199705" cy="19970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9264" y="244144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additional cybersecurity datasets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57200" y="3035808"/>
            <a:ext cx="384048" cy="384048"/>
          </a:xfrm>
          <a:prstGeom prst="ellipse">
            <a:avLst/>
          </a:prstGeom>
          <a:solidFill>
            <a:srgbClr val="0A3D62"/>
          </a:solidFill>
          <a:ln/>
        </p:spPr>
      </p:sp>
      <p:pic>
        <p:nvPicPr>
          <p:cNvPr id="14" name="Image 3" descr="./icons/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372" y="3127980"/>
            <a:ext cx="199705" cy="19970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9264" y="300837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AI/ML-based threat prediction &amp; anomaly detection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457200" y="36576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457200" y="39319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7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44.60 </a:t>
            </a:r>
            <a:r>
              <a:rPr lang="en-US" sz="97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Risk Index — above the 40 elevated-risk threshold
</a:t>
            </a:r>
            <a:r>
              <a:rPr lang="en-US" sz="97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50.11% </a:t>
            </a:r>
            <a:r>
              <a:rPr lang="en-US" sz="97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rate; </a:t>
            </a:r>
            <a:r>
              <a:rPr lang="en-US" sz="97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49.99% </a:t>
            </a:r>
            <a:r>
              <a:rPr lang="en-US" sz="97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traffic actively blocked
</a:t>
            </a:r>
            <a:r>
              <a:rPr lang="en-US" sz="97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</a:t>
            </a:r>
            <a:r>
              <a:rPr lang="en-US" sz="97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the highest share of critical breaches</a:t>
            </a:r>
            <a:endParaRPr lang="en-US" sz="970" dirty="0"/>
          </a:p>
        </p:txBody>
      </p:sp>
      <p:sp>
        <p:nvSpPr>
          <p:cNvPr id="18" name="Shape 12"/>
          <p:cNvSpPr/>
          <p:nvPr/>
        </p:nvSpPr>
        <p:spPr>
          <a:xfrm>
            <a:off x="4526280" y="1005840"/>
            <a:ext cx="4251960" cy="2743200"/>
          </a:xfrm>
          <a:prstGeom prst="roundRect">
            <a:avLst>
              <a:gd name="adj" fmla="val 2000"/>
            </a:avLst>
          </a:prstGeom>
          <a:solidFill>
            <a:srgbClr val="0F1621"/>
          </a:solidFill>
          <a:ln w="12700">
            <a:solidFill>
              <a:srgbClr val="D8E3E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4" descr="./assets/dash7_main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5152" y="1115568"/>
            <a:ext cx="4014216" cy="223113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645152" y="3364992"/>
            <a:ext cx="4014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7 of 7  —  Overall Threat Detection Performance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0A3D62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05156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i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</a:t>
            </a: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</a:t>
            </a:r>
            <a:r>
              <a:rPr lang="en-US" sz="1350" i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</a:t>
            </a:r>
            <a:r>
              <a:rPr lang="en-US" sz="1350" i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with Incident </a:t>
            </a:r>
            <a:r>
              <a:rPr lang="en-US" sz="1350" i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Visualisation</a:t>
            </a:r>
            <a:r>
              <a:rPr lang="en-US" sz="1350" i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System successfully </a:t>
            </a: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transformed raw cybersecurity threat detection logs into an interactive Power BI-based threat analytics and visualization solution.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633472"/>
            <a:ext cx="97292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33472"/>
            <a:ext cx="972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576426" y="2633472"/>
            <a:ext cx="1241755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76426" y="2633472"/>
            <a:ext cx="12417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64485" y="2633472"/>
            <a:ext cx="186903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64485" y="2633472"/>
            <a:ext cx="1869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79822" y="2633472"/>
            <a:ext cx="186903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79822" y="2633472"/>
            <a:ext cx="1869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95160" y="2633472"/>
            <a:ext cx="142097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2633472"/>
            <a:ext cx="14209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429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7647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2AB7C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7647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03704" y="3776472"/>
            <a:ext cx="1420978" cy="402336"/>
          </a:xfrm>
          <a:prstGeom prst="roundRect">
            <a:avLst>
              <a:gd name="adj" fmla="val 50000"/>
            </a:avLst>
          </a:prstGeom>
          <a:solidFill>
            <a:srgbClr val="2AB7CA"/>
          </a:solidFill>
          <a:ln/>
        </p:spPr>
      </p:sp>
      <p:sp>
        <p:nvSpPr>
          <p:cNvPr id="20" name="Text 18"/>
          <p:cNvSpPr/>
          <p:nvPr/>
        </p:nvSpPr>
        <p:spPr>
          <a:xfrm>
            <a:off x="2203704" y="3776472"/>
            <a:ext cx="14209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770986" y="3776472"/>
            <a:ext cx="972922" cy="402336"/>
          </a:xfrm>
          <a:prstGeom prst="roundRect">
            <a:avLst>
              <a:gd name="adj" fmla="val 50000"/>
            </a:avLst>
          </a:prstGeom>
          <a:solidFill>
            <a:srgbClr val="2AB7CA"/>
          </a:solidFill>
          <a:ln/>
        </p:spPr>
      </p:sp>
      <p:sp>
        <p:nvSpPr>
          <p:cNvPr id="22" name="Text 20"/>
          <p:cNvSpPr/>
          <p:nvPr/>
        </p:nvSpPr>
        <p:spPr>
          <a:xfrm>
            <a:off x="3770986" y="3776472"/>
            <a:ext cx="972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90211" y="3776472"/>
            <a:ext cx="1331366" cy="402336"/>
          </a:xfrm>
          <a:prstGeom prst="roundRect">
            <a:avLst>
              <a:gd name="adj" fmla="val 50000"/>
            </a:avLst>
          </a:prstGeom>
          <a:solidFill>
            <a:srgbClr val="2AB7CA"/>
          </a:solidFill>
          <a:ln/>
        </p:spPr>
      </p:sp>
      <p:sp>
        <p:nvSpPr>
          <p:cNvPr id="24" name="Text 22"/>
          <p:cNvSpPr/>
          <p:nvPr/>
        </p:nvSpPr>
        <p:spPr>
          <a:xfrm>
            <a:off x="4890211" y="3776472"/>
            <a:ext cx="13313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Acknowledgements &amp; References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rgbClr val="0A3D62"/>
          </a:solidFill>
          <a:ln/>
        </p:spPr>
      </p:sp>
      <p:pic>
        <p:nvPicPr>
          <p:cNvPr id="4" name="Image 0" descr="./icons/handsh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52728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2070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1828800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 7.0</a:t>
            </a:r>
            <a:endParaRPr lang="en-US" sz="1150" dirty="0"/>
          </a:p>
          <a:p>
            <a:pPr marL="177800" indent="-1778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— Mrs. Nithayasri S J</a:t>
            </a:r>
            <a:endParaRPr lang="en-US" sz="1150" dirty="0"/>
          </a:p>
          <a:p>
            <a:pPr marL="177800" indent="-1778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— Akshay Jaiswal, Srinidhi, Darsh Dwivedi, Deepan S, Harini T, Hemanth M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617720" y="1143000"/>
            <a:ext cx="0" cy="356616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92040" y="1143000"/>
            <a:ext cx="457200" cy="457200"/>
          </a:xfrm>
          <a:prstGeom prst="ellipse">
            <a:avLst/>
          </a:prstGeom>
          <a:solidFill>
            <a:srgbClr val="2AB7CA"/>
          </a:solidFill>
          <a:ln/>
        </p:spPr>
      </p:sp>
      <p:pic>
        <p:nvPicPr>
          <p:cNvPr id="9" name="Image 1" descr="./icons/bo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768" y="125272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12070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937760" y="1828800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Cybersecurity Threat Detection Dataset</a:t>
            </a:r>
            <a:endParaRPr lang="en-US" sz="1150" dirty="0"/>
          </a:p>
          <a:p>
            <a:pPr marL="177800" indent="-1778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Official Documentation</a:t>
            </a:r>
            <a:endParaRPr lang="en-US" sz="1150" dirty="0"/>
          </a:p>
          <a:p>
            <a:pPr marL="177800" indent="-1778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Documentation</a:t>
            </a:r>
            <a:endParaRPr lang="en-US" sz="1150" dirty="0"/>
          </a:p>
          <a:p>
            <a:pPr marL="177800" indent="-1778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Training &amp; Internship Materials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34440"/>
            <a:ext cx="822960" cy="822960"/>
          </a:xfrm>
          <a:prstGeom prst="ellipse">
            <a:avLst/>
          </a:prstGeom>
          <a:solidFill>
            <a:srgbClr val="2AB7CA"/>
          </a:solidFill>
          <a:ln/>
        </p:spPr>
      </p:sp>
      <p:pic>
        <p:nvPicPr>
          <p:cNvPr id="3" name="Image 0" descr="./icons/shield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030" y="1431950"/>
            <a:ext cx="427939" cy="4279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331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416</Words>
  <Application>Microsoft Office PowerPoint</Application>
  <PresentationFormat>On-screen Show (16:9)</PresentationFormat>
  <Paragraphs>91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HARINI THANGAVEL</cp:lastModifiedBy>
  <cp:revision>6</cp:revision>
  <dcterms:created xsi:type="dcterms:W3CDTF">2026-08-15T16:22:36Z</dcterms:created>
  <dcterms:modified xsi:type="dcterms:W3CDTF">2026-08-16T07:26:56Z</dcterms:modified>
</cp:coreProperties>
</file>