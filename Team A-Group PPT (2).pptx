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58" r:id="rId5"/>
    <p:sldId id="266" r:id="rId6"/>
    <p:sldId id="267" r:id="rId7"/>
    <p:sldId id="268" r:id="rId8"/>
    <p:sldId id="269" r:id="rId9"/>
    <p:sldId id="259" r:id="rId10"/>
    <p:sldId id="260" r:id="rId11"/>
    <p:sldId id="261" r:id="rId12"/>
    <p:sldId id="262" r:id="rId13"/>
    <p:sldId id="26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57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37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MUDDURAJ" userId="663fe7243d41489a" providerId="LiveId" clId="{EA257F9E-2398-4F7A-A998-C7A2B60DC038}"/>
    <pc:docChg chg="modSld">
      <pc:chgData name="HEMANTH MUDDURAJ" userId="663fe7243d41489a" providerId="LiveId" clId="{EA257F9E-2398-4F7A-A998-C7A2B60DC038}" dt="2026-08-16T11:24:49.266" v="19" actId="20577"/>
      <pc:docMkLst>
        <pc:docMk/>
      </pc:docMkLst>
      <pc:sldChg chg="modSp mod">
        <pc:chgData name="HEMANTH MUDDURAJ" userId="663fe7243d41489a" providerId="LiveId" clId="{EA257F9E-2398-4F7A-A998-C7A2B60DC038}" dt="2026-08-16T11:24:49.266" v="19" actId="20577"/>
        <pc:sldMkLst>
          <pc:docMk/>
          <pc:sldMk cId="0" sldId="256"/>
        </pc:sldMkLst>
        <pc:spChg chg="mod">
          <ac:chgData name="HEMANTH MUDDURAJ" userId="663fe7243d41489a" providerId="LiveId" clId="{EA257F9E-2398-4F7A-A998-C7A2B60DC038}" dt="2026-08-16T11:24:49.266" v="19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840A1-B0A0-46A5-B54E-A85918D77DC3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6A092-3684-4E75-A15F-C9990BEC5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14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1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7.0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7607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Infosys  |  Springboard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REPORT   •   BATCH 1   •   GROUP 1   •   TEAM 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2000"/>
              </a:lnSpc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Analytics Platform with Incident Visualization System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023360" y="3127248"/>
            <a:ext cx="1097280" cy="0"/>
          </a:xfrm>
          <a:prstGeom prst="line">
            <a:avLst/>
          </a:prstGeom>
          <a:noFill/>
          <a:ln w="19050">
            <a:solidFill>
              <a:srgbClr val="2AB7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3756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r>
              <a:rPr lang="en-US"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Jaiswal, Darsh Dwivedi,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Harini T, Hemanth 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Nithayasri S J    </a:t>
            </a: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 Duration: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   </a:t>
            </a:r>
            <a:r>
              <a:rPr lang="en-US" sz="1200" b="1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  Year: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bulls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5448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264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real-world cyberattack data to detect patterns of malicious network activity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8" name="Image 1" descr=".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39572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2677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early detection of intrusions and reduce response time to security incidents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3127248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2" descr="./icons/chartp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3236976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51560" y="31089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security logs into clear, actionable visual dashboards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57200" y="3968496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4" name="Image 3" descr="./icons/checkcirc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7822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395020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 revealing key threat trends and insights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617720" y="1051560"/>
            <a:ext cx="0" cy="370332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89204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92040" y="1481328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001768" y="1554480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0" name="Image 4" descr=".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8329" y="1651041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32120" y="14813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Acquisition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4892040" y="2157984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001768" y="2231136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4" name="Image 5" descr="./icons/plu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8329" y="2327697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532120" y="215798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 Understanding &amp; Connection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4892040" y="28346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001768" y="2907792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8" name="Image 6" descr="./icons/broo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8329" y="3004353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532120" y="2834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Preprocessing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892040" y="3511296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5001768" y="3584448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2" name="Image 7" descr="./icons/chartba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8329" y="3681009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532120" y="3511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Threat Analytics &amp; Visualization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4892040" y="4187952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5001768" y="4261104"/>
            <a:ext cx="402336" cy="402336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6" name="Image 8" descr="./icons/tachometer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8329" y="4357665"/>
            <a:ext cx="209215" cy="20921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532120" y="41879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Power BI Dashboard Development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520700"/>
            <a:ext cx="8138160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7607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pic>
        <p:nvPicPr>
          <p:cNvPr id="11" name="Image 2" descr="icons/FaCloudUploadAl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248" y="1916948"/>
            <a:ext cx="280904" cy="2809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49631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441655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6336792" y="244144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7607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249631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434340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441655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6263640" y="3474720"/>
            <a:ext cx="178308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1" name="Text 30"/>
          <p:cNvSpPr/>
          <p:nvPr/>
        </p:nvSpPr>
        <p:spPr>
          <a:xfrm>
            <a:off x="6336792" y="4315968"/>
            <a:ext cx="1636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endParaRPr lang="en-US" sz="11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699" y="520700"/>
            <a:ext cx="3458633" cy="4550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3" name="TextBox 42"/>
          <p:cNvSpPr txBox="1"/>
          <p:nvPr/>
        </p:nvSpPr>
        <p:spPr>
          <a:xfrm>
            <a:off x="152400" y="684768"/>
            <a:ext cx="345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3035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Execution Milestones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0664" y="1517904"/>
            <a:ext cx="7790688" cy="0"/>
          </a:xfrm>
          <a:prstGeom prst="line">
            <a:avLst/>
          </a:prstGeom>
          <a:noFill/>
          <a:ln w="25400">
            <a:solidFill>
              <a:srgbClr val="D8E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70432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6495" y="137050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 &amp; Cleaning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dataset from Kaggle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structure &amp; fields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raw data for use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1" descr="./icons/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903" y="137050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8608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578608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2578608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743200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dataset in Power BI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types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key features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13248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7" name="Image 2" descr="./icons/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9311" y="1370503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00016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700016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700016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4864608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12-step preprocessing pipeline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Power BI dashboards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threat visualizations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534656" y="1234440"/>
            <a:ext cx="566928" cy="56692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23" name="Image 3" descr="./icons/checkdoub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0719" y="1370503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21424" y="191109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821424" y="2148840"/>
            <a:ext cx="1993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Optimization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821424" y="2697480"/>
            <a:ext cx="199339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  <a:effectLst>
            <a:outerShdw blurRad="76200" dist="254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986016" y="2807208"/>
            <a:ext cx="1700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dashboard accuracy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threat patterns</a:t>
            </a:r>
            <a:endParaRPr lang="en-US" sz="950" dirty="0"/>
          </a:p>
          <a:p>
            <a:pPr marL="152400" indent="-1524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key insights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1D7133-D52F-16C9-ED2E-3FE3DEB27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7" y="1006446"/>
            <a:ext cx="4572000" cy="4052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C62B254-167E-C137-F827-1CCD652A5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848" y="1006446"/>
            <a:ext cx="4428306" cy="40521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DD6D5E-7AAB-0709-C5C7-EC6906AC5406}"/>
              </a:ext>
            </a:extLst>
          </p:cNvPr>
          <p:cNvSpPr txBox="1"/>
          <p:nvPr/>
        </p:nvSpPr>
        <p:spPr>
          <a:xfrm>
            <a:off x="1417319" y="498328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Dashboard-1</a:t>
            </a:r>
            <a:endParaRPr lang="en-IN" b="1" i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2BF3BE-B6B8-C0E2-1A14-584AD482C8AF}"/>
              </a:ext>
            </a:extLst>
          </p:cNvPr>
          <p:cNvSpPr txBox="1"/>
          <p:nvPr/>
        </p:nvSpPr>
        <p:spPr>
          <a:xfrm>
            <a:off x="5950132" y="484245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Dashboard-2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36557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4DEFC1-5E81-5A06-A0C3-C899A426C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9" y="1077686"/>
            <a:ext cx="4525001" cy="3977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5440DD-07B0-E18A-D6C7-71625EFD3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77686"/>
            <a:ext cx="4525001" cy="397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BB2D43-8A77-9086-2F96-06A82D5F0C9C}"/>
              </a:ext>
            </a:extLst>
          </p:cNvPr>
          <p:cNvSpPr txBox="1"/>
          <p:nvPr/>
        </p:nvSpPr>
        <p:spPr>
          <a:xfrm>
            <a:off x="1417319" y="498328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Dashboard-3</a:t>
            </a:r>
            <a:endParaRPr lang="en-IN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0F5A6-611F-948B-7B3D-C0913DA69C8A}"/>
              </a:ext>
            </a:extLst>
          </p:cNvPr>
          <p:cNvSpPr txBox="1"/>
          <p:nvPr/>
        </p:nvSpPr>
        <p:spPr>
          <a:xfrm>
            <a:off x="5946225" y="498328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Dashboard-4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54065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8CD92D-3B1D-45F1-6A2F-860BCDC23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3" y="1058092"/>
            <a:ext cx="4513218" cy="4010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2E28BE-2EA3-7BB4-67BC-AC47BB51E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072" y="1058092"/>
            <a:ext cx="4467145" cy="4010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D3A0B9-A8AB-5CD2-91DD-8C5F86B20169}"/>
              </a:ext>
            </a:extLst>
          </p:cNvPr>
          <p:cNvSpPr txBox="1"/>
          <p:nvPr/>
        </p:nvSpPr>
        <p:spPr>
          <a:xfrm>
            <a:off x="1193076" y="498328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Dashboard-5</a:t>
            </a:r>
            <a:endParaRPr lang="en-IN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BA0AA-6C61-C2FD-E31D-69DF3F5EC8C0}"/>
              </a:ext>
            </a:extLst>
          </p:cNvPr>
          <p:cNvSpPr txBox="1"/>
          <p:nvPr/>
        </p:nvSpPr>
        <p:spPr>
          <a:xfrm>
            <a:off x="6174377" y="498328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Dashboard-6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1260899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046F03-01D3-A360-7B9B-2410A941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9" y="927463"/>
            <a:ext cx="8980714" cy="41670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402076-5703-EC34-873C-97BF7CB7BCA4}"/>
              </a:ext>
            </a:extLst>
          </p:cNvPr>
          <p:cNvSpPr txBox="1"/>
          <p:nvPr/>
        </p:nvSpPr>
        <p:spPr>
          <a:xfrm>
            <a:off x="3631473" y="387294"/>
            <a:ext cx="177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Dashboard-7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269252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Resolutions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04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892040" y="1024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17720" y="1051560"/>
            <a:ext cx="0" cy="365760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563624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8" name="Image 0" descr=".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673352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25296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 of raw cybersecurity data to process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587752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2734056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12" name="Image 1" descr="./icons/b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43784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25296" y="263347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malicious traffic and meaningful threat patterns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3758184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3504" y="3904488"/>
            <a:ext cx="457200" cy="457200"/>
          </a:xfrm>
          <a:prstGeom prst="ellipse">
            <a:avLst/>
          </a:prstGeom>
          <a:solidFill>
            <a:srgbClr val="B04A3C"/>
          </a:solidFill>
          <a:ln/>
        </p:spPr>
      </p:sp>
      <p:pic>
        <p:nvPicPr>
          <p:cNvPr id="16" name="Image 2" descr="./icons/broo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01421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25296" y="38039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required cleaning and preprocessing before visualization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892040" y="1417320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38344" y="1563624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0" name="Image 3" descr="./icons/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167335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0136" y="1463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and processed the cybersecurity dataset using Power BI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892040" y="2587752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38344" y="2734056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4" name="Image 4" descr="./icons/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8072" y="2843784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660136" y="2633472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systematic analysis and interactive visualizations to identify patterns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892040" y="3758184"/>
            <a:ext cx="39319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8E3E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038344" y="3904488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28" name="Image 5" descr=".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8072" y="401421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60136" y="3803904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complete 12-step preprocessing workflow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&amp; Key Insights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335024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5" name="Image 0" descr=".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372" y="1427196"/>
            <a:ext cx="199705" cy="19970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9264" y="130759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threat monitoring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8" name="Image 1" descr="./icons/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372" y="1994124"/>
            <a:ext cx="199705" cy="19970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8745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threat alerts &amp; notifications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" y="2468880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1" name="Image 2" descr=".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372" y="2561052"/>
            <a:ext cx="199705" cy="1997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" y="2441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additional cybersecurity datasets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457200" y="3035808"/>
            <a:ext cx="384048" cy="384048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14" name="Image 3" descr=".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372" y="3127980"/>
            <a:ext cx="199705" cy="19970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30083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AI/ML-based threat prediction &amp; anomaly detection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5720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57200" y="39319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44.60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Risk Index — above the 40 elevated-risk threshold
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50.11%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rate; 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49.99%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actively blocked
</a:t>
            </a:r>
            <a:r>
              <a:rPr lang="en-US" sz="97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</a:t>
            </a: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the highest share of critical breaches</a:t>
            </a:r>
            <a:endParaRPr lang="en-US" sz="970" dirty="0"/>
          </a:p>
        </p:txBody>
      </p:sp>
      <p:sp>
        <p:nvSpPr>
          <p:cNvPr id="18" name="Shape 12"/>
          <p:cNvSpPr/>
          <p:nvPr/>
        </p:nvSpPr>
        <p:spPr>
          <a:xfrm>
            <a:off x="4526280" y="1005840"/>
            <a:ext cx="4251960" cy="2743200"/>
          </a:xfrm>
          <a:prstGeom prst="roundRect">
            <a:avLst>
              <a:gd name="adj" fmla="val 2000"/>
            </a:avLst>
          </a:prstGeom>
          <a:solidFill>
            <a:srgbClr val="0F1621"/>
          </a:solidFill>
          <a:ln w="12700">
            <a:solidFill>
              <a:srgbClr val="D8E3E8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4" descr="./assets/dash7_mai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5152" y="1115568"/>
            <a:ext cx="4014216" cy="223113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645152" y="3364992"/>
            <a:ext cx="4014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CA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7 of 7  —  Overall Threat Detection Performance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3D6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Threat  Analytics Platform with Incident </a:t>
            </a:r>
            <a:r>
              <a:rPr lang="en-US" sz="135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Visualisation</a:t>
            </a:r>
            <a:r>
              <a:rPr lang="en-US" sz="1350" i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System successfully </a:t>
            </a: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transformed raw cybersecurity threat detection logs into an interactive Power BI-based threat analytics and visualization solution.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33472"/>
            <a:ext cx="97292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33472"/>
            <a:ext cx="97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76426" y="2633472"/>
            <a:ext cx="1241755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6426" y="2633472"/>
            <a:ext cx="12417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64485" y="2633472"/>
            <a:ext cx="186903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4485" y="2633472"/>
            <a:ext cx="1869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79822" y="2633472"/>
            <a:ext cx="186903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79822" y="2633472"/>
            <a:ext cx="1869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95160" y="2633472"/>
            <a:ext cx="142097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2633472"/>
            <a:ext cx="1420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AB7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7647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03704" y="3776472"/>
            <a:ext cx="1420978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0" name="Text 18"/>
          <p:cNvSpPr/>
          <p:nvPr/>
        </p:nvSpPr>
        <p:spPr>
          <a:xfrm>
            <a:off x="2203704" y="3776472"/>
            <a:ext cx="14209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70986" y="3776472"/>
            <a:ext cx="972922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2" name="Text 20"/>
          <p:cNvSpPr/>
          <p:nvPr/>
        </p:nvSpPr>
        <p:spPr>
          <a:xfrm>
            <a:off x="3770986" y="3776472"/>
            <a:ext cx="9729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90211" y="3776472"/>
            <a:ext cx="1331366" cy="402336"/>
          </a:xfrm>
          <a:prstGeom prst="roundRect">
            <a:avLst>
              <a:gd name="adj" fmla="val 50000"/>
            </a:avLst>
          </a:prstGeom>
          <a:solidFill>
            <a:srgbClr val="2AB7CA"/>
          </a:solidFill>
          <a:ln/>
        </p:spPr>
      </p:sp>
      <p:sp>
        <p:nvSpPr>
          <p:cNvPr id="24" name="Text 22"/>
          <p:cNvSpPr/>
          <p:nvPr/>
        </p:nvSpPr>
        <p:spPr>
          <a:xfrm>
            <a:off x="4890211" y="3776472"/>
            <a:ext cx="133136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3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Acknowledgements &amp; References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0A3D62"/>
          </a:solidFill>
          <a:ln/>
        </p:spPr>
      </p:sp>
      <p:pic>
        <p:nvPicPr>
          <p:cNvPr id="4" name="Image 0" descr="./icons/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8288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— Mrs. Nithayasri S J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— Akshay Jaiswal, Srinidhi, Darsh Dwivedi, Deepan S, Harini T, Hemanth M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617720" y="1143000"/>
            <a:ext cx="0" cy="3566160"/>
          </a:xfrm>
          <a:prstGeom prst="line">
            <a:avLst/>
          </a:prstGeom>
          <a:noFill/>
          <a:ln w="12700">
            <a:solidFill>
              <a:srgbClr val="D8E3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92040" y="1143000"/>
            <a:ext cx="457200" cy="45720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9" name="Image 1" descr="./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12527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207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37760" y="182880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Cybersecurity Threat Detection Dataset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Official Documentation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Documentation</a:t>
            </a:r>
            <a:endParaRPr lang="en-US" sz="1150" dirty="0"/>
          </a:p>
          <a:p>
            <a:pPr marL="177800" indent="-1778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Training &amp; Internship Materials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34440"/>
            <a:ext cx="822960" cy="822960"/>
          </a:xfrm>
          <a:prstGeom prst="ellipse">
            <a:avLst/>
          </a:prstGeom>
          <a:solidFill>
            <a:srgbClr val="2AB7CA"/>
          </a:solidFill>
          <a:ln/>
        </p:spPr>
      </p:sp>
      <p:pic>
        <p:nvPicPr>
          <p:cNvPr id="3" name="Image 0" descr="./icons/shield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030" y="143195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441</Words>
  <Application>Microsoft Office PowerPoint</Application>
  <PresentationFormat>On-screen Show (16:9)</PresentationFormat>
  <Paragraphs>98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Akshay Jaiswal</cp:lastModifiedBy>
  <cp:revision>7</cp:revision>
  <dcterms:created xsi:type="dcterms:W3CDTF">2026-08-15T16:22:36Z</dcterms:created>
  <dcterms:modified xsi:type="dcterms:W3CDTF">2026-09-18T08:05:48Z</dcterms:modified>
</cp:coreProperties>
</file>