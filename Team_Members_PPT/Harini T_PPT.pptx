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6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260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325F5-0879-483B-8453-0F3FFB158656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35389-3BFC-4EC0-AF29-46B610290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27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6.jp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28.jp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36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3.png"/><Relationship Id="rId10" Type="http://schemas.openxmlformats.org/officeDocument/2006/relationships/image" Target="../media/image29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450" y="20994"/>
            <a:ext cx="9188450" cy="51225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760" y="228727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smtClean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Batch 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6760" y="14630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b="1" i="1" dirty="0" smtClean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1700" b="1" i="1" dirty="0" smtClean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</a:t>
            </a:r>
            <a:r>
              <a:rPr lang="en-US" sz="1700" b="1" i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Analytics Platform with Incident Visualization System </a:t>
            </a:r>
            <a:r>
              <a:rPr lang="en-US" sz="1700" b="1" i="1" dirty="0" smtClean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27150" y="34290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389864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Nithayasri S J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47800" y="43682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 </a:t>
            </a: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  |   Year: 2026</a:t>
            </a:r>
            <a:endParaRPr lang="en-US" sz="1300" dirty="0"/>
          </a:p>
        </p:txBody>
      </p:sp>
      <p:sp>
        <p:nvSpPr>
          <p:cNvPr id="10" name="Rectangle 9"/>
          <p:cNvSpPr/>
          <p:nvPr/>
        </p:nvSpPr>
        <p:spPr>
          <a:xfrm>
            <a:off x="3257719" y="2761734"/>
            <a:ext cx="2841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Virtual Internship 7.0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481328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709928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work/assets/icons/shieldvir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1857329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6824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Detection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2093976"/>
            <a:ext cx="2724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real-world network data to identify malicious activity and intrusion attempts.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09160" y="1481328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37760" y="1709928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work/assets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161" y="1857329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0" y="16824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Pattern Analysis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69280" y="2093976"/>
            <a:ext cx="2724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attack trends, protocols and traffic behaviour to uncover recurring threat patterns.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3310128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" y="3538728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work/assets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921" y="3686129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5112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Data Visualization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63040" y="3922776"/>
            <a:ext cx="2724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cybersecurity logs into clear, interactive Power BI dashboards.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09160" y="3310128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937760" y="3538728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/home/claude/work/assets/icons/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161" y="3686129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0" y="35112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Security Insights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669280" y="3922776"/>
            <a:ext cx="2724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insights that support faster, more informed security decision-making.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29844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cybersecurity analytics project covering data collection through to threat visualization and insight generation.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" y="1947672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work/assets/icons/clouduploa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07111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9304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Data Collection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289304" y="23317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the raw cybersecurity threat detection dataset from Kaggle.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310128" y="1783080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4720" y="1947672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work/assets/icons/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164" y="207111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96512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Loading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096512" y="23317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connected the dataset into Power BI for analysis.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117336" y="1783080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81928" y="1947672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/home/claude/work/assets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207111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19202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Data Understanding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903720" y="23317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dataset structure, features and target columns in depth.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02920" y="335584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7512" y="3520440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/home/claude/work/assets/icons/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" y="364388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9304" y="34930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Data Preprocessing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289304" y="390448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12-step pipeline to clean and prepare analysis-ready data.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310128" y="335584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474720" y="3520440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/home/claude/work/assets/icons/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164" y="3643884"/>
            <a:ext cx="210312" cy="2103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96512" y="34930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Dashboard Development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096512" y="390448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7-page interactive Power BI threat analytics dashboard suite.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117336" y="335584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281928" y="3520440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age 6" descr="/home/claude/work/assets/icons/shield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5372" y="3643884"/>
            <a:ext cx="210312" cy="2103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03720" y="34930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Threat Analytics &amp; Insights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6903720" y="3904488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actionable security insights from visualized threat patterns.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8232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831" y="589788"/>
            <a:ext cx="828565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6072" y="22860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2331720" y="150876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1" name="Image 2" descr="/home/claude/work/assets/icons/clouduploa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11" y="182239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9464" y="22860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325112" y="150876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16" name="Image 3" descr="/home/claude/work/assets/icons/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403" y="182239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62856" y="22860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318504" y="150876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21" name="Image 4" descr="/home/claude/work/assets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6795" y="182239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56248" y="228600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25" name="Image 5" descr="/home/claude/work/assets/icons/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619" y="3559759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6072" y="40233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2331720" y="324612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30" name="Image 6" descr="/home/claude/work/assets/icons/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0011" y="3559759"/>
            <a:ext cx="241402" cy="2414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569464" y="40233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4325112" y="324612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35" name="Image 7" descr="/home/claude/work/assets/icons/shield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3403" y="3559759"/>
            <a:ext cx="241402" cy="24140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562856" y="40233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6318504" y="3246120"/>
            <a:ext cx="164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40" name="Image 8" descr="/home/claude/work/assets/icons/lightbul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6795" y="3559759"/>
            <a:ext cx="241402" cy="24140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556248" y="40233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0" y="841248"/>
            <a:ext cx="3327400" cy="431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Visualizations &amp; Components Used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41732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0A3D62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17520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801368"/>
            <a:ext cx="8138160" cy="45720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8745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work/assets/icons/tachometer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20" y="1944472"/>
            <a:ext cx="170993" cy="1709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01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017520" y="18013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totals like total logs, % traffic blocked and total data volume.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8368" y="23317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work/assets/icons/chart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20" y="2401672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258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017520" y="22585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proportional split of incidents across categories such as log type.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2715768"/>
            <a:ext cx="8138160" cy="45720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58368" y="27889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/home/claude/work/assets/icons/dot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20" y="2858872"/>
            <a:ext cx="170993" cy="1709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2715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017520" y="27157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protocol or traffic type share with a compact circular view.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58368" y="32461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/home/claude/work/assets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20" y="3316072"/>
            <a:ext cx="170993" cy="1709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172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017520" y="31729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threat counts or breach volumes across categories.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02920" y="3630168"/>
            <a:ext cx="8138160" cy="45720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6" name="Shape 19"/>
          <p:cNvSpPr/>
          <p:nvPr/>
        </p:nvSpPr>
        <p:spPr>
          <a:xfrm>
            <a:off x="658368" y="37033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/home/claude/work/assets/icons/colum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320" y="3773272"/>
            <a:ext cx="170993" cy="1709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97280" y="3630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017520" y="36301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trends and rankings such as severity levels side by side.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58368" y="41605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6" descr="/home/claude/work/assets/icons/chart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320" y="4230472"/>
            <a:ext cx="170993" cy="17099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97280" y="4087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3017520" y="40873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threat log volume and traffic trends over time.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02920" y="4544568"/>
            <a:ext cx="8138160" cy="45720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35" name="Shape 26"/>
          <p:cNvSpPr/>
          <p:nvPr/>
        </p:nvSpPr>
        <p:spPr>
          <a:xfrm>
            <a:off x="658368" y="4617720"/>
            <a:ext cx="310896" cy="31089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6" name="Image 7" descr="/home/claude/work/assets/icons/fil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320" y="4687672"/>
            <a:ext cx="170993" cy="17099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097280" y="4544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/ Filters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3017520" y="45445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interactive filtering of dashboards by protocol, date or type.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1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 &amp; Protocol Overview</a:t>
            </a:r>
            <a:endParaRPr lang="en-US" sz="2400" dirty="0"/>
          </a:p>
        </p:txBody>
      </p:sp>
      <p:pic>
        <p:nvPicPr>
          <p:cNvPr id="5" name="Image 1" descr="/home/claude/work/assets/dash1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pic>
        <p:nvPicPr>
          <p:cNvPr id="6" name="Image 2" descr="/home/claude/work/assets/dash1_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2331720" cy="3383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2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Incident Severity</a:t>
            </a:r>
            <a:endParaRPr lang="en-US" sz="2400" dirty="0"/>
          </a:p>
        </p:txBody>
      </p:sp>
      <p:pic>
        <p:nvPicPr>
          <p:cNvPr id="5" name="Image 1" descr="/home/claude/work/assets/dash2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pic>
        <p:nvPicPr>
          <p:cNvPr id="6" name="Image 2" descr="/home/claude/work/assets/dash2_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2331720" cy="3383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3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&amp; Action Behaviour Analysis</a:t>
            </a:r>
            <a:endParaRPr lang="en-US" sz="2400" dirty="0"/>
          </a:p>
        </p:txBody>
      </p:sp>
      <p:pic>
        <p:nvPicPr>
          <p:cNvPr id="5" name="Image 1" descr="/home/claude/work/assets/dash3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pic>
        <p:nvPicPr>
          <p:cNvPr id="6" name="Image 2" descr="/home/claude/work/assets/dash3_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2331720" cy="3383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4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&amp; Incident Urgency Analysis</a:t>
            </a:r>
            <a:endParaRPr lang="en-US" sz="2400" dirty="0"/>
          </a:p>
        </p:txBody>
      </p:sp>
      <p:pic>
        <p:nvPicPr>
          <p:cNvPr id="5" name="Image 1" descr="/home/claude/work/assets/dash4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pic>
        <p:nvPicPr>
          <p:cNvPr id="6" name="Image 2" descr="/home/claude/work/assets/dash4_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2331720" cy="3383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5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Destination Network Analysis</a:t>
            </a:r>
            <a:endParaRPr lang="en-US" sz="2400" dirty="0"/>
          </a:p>
        </p:txBody>
      </p:sp>
      <p:pic>
        <p:nvPicPr>
          <p:cNvPr id="5" name="Image 1" descr="/home/claude/work/assets/dash5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pic>
        <p:nvPicPr>
          <p:cNvPr id="6" name="Image 2" descr="/home/claude/work/assets/dash5_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2331720" cy="3383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6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Volume &amp; Exfiltration Risk</a:t>
            </a:r>
            <a:endParaRPr lang="en-US" sz="2400" dirty="0"/>
          </a:p>
        </p:txBody>
      </p:sp>
      <p:pic>
        <p:nvPicPr>
          <p:cNvPr id="5" name="Image 1" descr="/home/claude/work/assets/dash6_m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92240" y="1417320"/>
            <a:ext cx="2286000" cy="3383280"/>
          </a:xfrm>
          <a:prstGeom prst="roundRect">
            <a:avLst>
              <a:gd name="adj" fmla="val 2000"/>
            </a:avLst>
          </a:prstGeom>
          <a:solidFill>
            <a:srgbClr val="0A3D62"/>
          </a:solidFill>
          <a:ln/>
        </p:spPr>
      </p:sp>
      <p:sp>
        <p:nvSpPr>
          <p:cNvPr id="7" name="Text 3"/>
          <p:cNvSpPr/>
          <p:nvPr/>
        </p:nvSpPr>
        <p:spPr>
          <a:xfrm>
            <a:off x="667512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675120" y="1874520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/home/claude/work/assets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842" y="1936242"/>
            <a:ext cx="150876" cy="1508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59168" y="1847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7,678 High-Volume Transfers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675120" y="214884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transfers in the high traffic band.</a:t>
            </a:r>
            <a:endParaRPr lang="en-US" sz="830" dirty="0"/>
          </a:p>
        </p:txBody>
      </p:sp>
      <p:sp>
        <p:nvSpPr>
          <p:cNvPr id="12" name="Shape 7"/>
          <p:cNvSpPr/>
          <p:nvPr/>
        </p:nvSpPr>
        <p:spPr>
          <a:xfrm>
            <a:off x="6675120" y="2478024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/home/claude/work/assets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842" y="2539746"/>
            <a:ext cx="150876" cy="1508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59168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25.20% Malicious Rate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75120" y="275234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high-volume traffic that is malicious.</a:t>
            </a:r>
            <a:endParaRPr lang="en-US" sz="830" dirty="0"/>
          </a:p>
        </p:txBody>
      </p:sp>
      <p:sp>
        <p:nvSpPr>
          <p:cNvPr id="16" name="Shape 10"/>
          <p:cNvSpPr/>
          <p:nvPr/>
        </p:nvSpPr>
        <p:spPr>
          <a:xfrm>
            <a:off x="6675120" y="3081528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/home/claude/work/assets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842" y="3143250"/>
            <a:ext cx="150876" cy="1508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59168" y="30540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25.04K Avg Bytes / Event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675120" y="335584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bytes per malicious event.</a:t>
            </a:r>
            <a:endParaRPr lang="en-US" sz="830" dirty="0"/>
          </a:p>
        </p:txBody>
      </p:sp>
      <p:sp>
        <p:nvSpPr>
          <p:cNvPr id="20" name="Shape 13"/>
          <p:cNvSpPr/>
          <p:nvPr/>
        </p:nvSpPr>
        <p:spPr>
          <a:xfrm>
            <a:off x="6675120" y="3685032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5" descr="/home/claude/work/assets/icons/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6842" y="3746754"/>
            <a:ext cx="150876" cy="1508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59168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Weekly Volume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675120" y="395935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stay steady near 2.86–2.89 GB.</a:t>
            </a:r>
            <a:endParaRPr lang="en-US" sz="830" dirty="0"/>
          </a:p>
        </p:txBody>
      </p:sp>
      <p:sp>
        <p:nvSpPr>
          <p:cNvPr id="24" name="Shape 16"/>
          <p:cNvSpPr/>
          <p:nvPr/>
        </p:nvSpPr>
        <p:spPr>
          <a:xfrm>
            <a:off x="6675120" y="4288536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6" descr="/home/claude/work/assets/icons/shield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6842" y="4350258"/>
            <a:ext cx="150876" cy="15087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59168" y="4261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Benign Traffic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6675120" y="45628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is a small minority overall.</a:t>
            </a:r>
            <a:endParaRPr lang="en-US" sz="8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7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Threat Detection Performance</a:t>
            </a:r>
            <a:endParaRPr lang="en-US" sz="2400" dirty="0"/>
          </a:p>
        </p:txBody>
      </p:sp>
      <p:pic>
        <p:nvPicPr>
          <p:cNvPr id="5" name="Image 1" descr="/home/claude/work/assets/dash7_m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17320"/>
            <a:ext cx="5989320" cy="3383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92240" y="1417320"/>
            <a:ext cx="2286000" cy="3383280"/>
          </a:xfrm>
          <a:prstGeom prst="roundRect">
            <a:avLst>
              <a:gd name="adj" fmla="val 2000"/>
            </a:avLst>
          </a:prstGeom>
          <a:solidFill>
            <a:srgbClr val="0A3D62"/>
          </a:solidFill>
          <a:ln/>
        </p:spPr>
      </p:sp>
      <p:sp>
        <p:nvSpPr>
          <p:cNvPr id="7" name="Text 3"/>
          <p:cNvSpPr/>
          <p:nvPr/>
        </p:nvSpPr>
        <p:spPr>
          <a:xfrm>
            <a:off x="667512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675120" y="1874520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/home/claude/work/assets/icons/tachometer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842" y="1936242"/>
            <a:ext cx="150876" cy="1508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59168" y="1847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44.60 Network Risk Index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675120" y="214884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40 threshold — elevated risk level.</a:t>
            </a:r>
            <a:endParaRPr lang="en-US" sz="830" dirty="0"/>
          </a:p>
        </p:txBody>
      </p:sp>
      <p:sp>
        <p:nvSpPr>
          <p:cNvPr id="12" name="Shape 7"/>
          <p:cNvSpPr/>
          <p:nvPr/>
        </p:nvSpPr>
        <p:spPr>
          <a:xfrm>
            <a:off x="6675120" y="2478024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/home/claude/work/assets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842" y="2539746"/>
            <a:ext cx="150876" cy="1508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59168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50.11% Detection Rate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75120" y="2752344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over half of all traffic is detected.</a:t>
            </a:r>
            <a:endParaRPr lang="en-US" sz="830" dirty="0"/>
          </a:p>
        </p:txBody>
      </p:sp>
      <p:sp>
        <p:nvSpPr>
          <p:cNvPr id="16" name="Shape 10"/>
          <p:cNvSpPr/>
          <p:nvPr/>
        </p:nvSpPr>
        <p:spPr>
          <a:xfrm>
            <a:off x="6675120" y="3081528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/home/claude/work/assets/icons/shield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842" y="3143250"/>
            <a:ext cx="150876" cy="1508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59168" y="30540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49.99% Traffic Blocked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675120" y="335584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traffic is actively blocked.</a:t>
            </a:r>
            <a:endParaRPr lang="en-US" sz="830" dirty="0"/>
          </a:p>
        </p:txBody>
      </p:sp>
      <p:sp>
        <p:nvSpPr>
          <p:cNvPr id="20" name="Shape 13"/>
          <p:cNvSpPr/>
          <p:nvPr/>
        </p:nvSpPr>
        <p:spPr>
          <a:xfrm>
            <a:off x="6675120" y="3685032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5" descr="/home/claude/work/assets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6842" y="3746754"/>
            <a:ext cx="150876" cy="1508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59168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1.49M Log Events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675120" y="3959352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events, incl. 15,203 critical breaches.</a:t>
            </a:r>
            <a:endParaRPr lang="en-US" sz="830" dirty="0"/>
          </a:p>
        </p:txBody>
      </p:sp>
      <p:sp>
        <p:nvSpPr>
          <p:cNvPr id="24" name="Shape 16"/>
          <p:cNvSpPr/>
          <p:nvPr/>
        </p:nvSpPr>
        <p:spPr>
          <a:xfrm>
            <a:off x="6675120" y="4288536"/>
            <a:ext cx="274320" cy="27432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6" descr="/home/claude/work/assets/icons/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6842" y="4350258"/>
            <a:ext cx="150876" cy="15087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59168" y="4261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Leads Breaches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6675120" y="45628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3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has the highest share of critical breaches.</a:t>
            </a:r>
            <a:endParaRPr lang="en-US" sz="8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Used:  </a:t>
            </a: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 Detection Logs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8138160" cy="713232"/>
          </a:xfrm>
          <a:prstGeom prst="roundRect">
            <a:avLst>
              <a:gd name="adj" fmla="val 897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819656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work/assets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933956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783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1: Dataset Collection &amp; Understanding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325880" y="205740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the raw cybersecurity dataset from Kaggle and explored its structure, features and target columns.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" y="2551176"/>
            <a:ext cx="8138160" cy="713232"/>
          </a:xfrm>
          <a:prstGeom prst="roundRect">
            <a:avLst>
              <a:gd name="adj" fmla="val 897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2679192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work/assets/icons/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79349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6426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</a:t>
            </a:r>
            <a:r>
              <a:rPr lang="en-US" sz="1250" b="1" dirty="0" smtClean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Dashboard Development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325880" y="291693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000" dirty="0"/>
              <a:t>Developed the first 2 interactive Power BI dashboards. </a:t>
            </a:r>
            <a:r>
              <a:rPr lang="en-US" sz="1000" dirty="0" err="1"/>
              <a:t>Analysed</a:t>
            </a:r>
            <a:r>
              <a:rPr lang="en-US" sz="1000" dirty="0"/>
              <a:t> key </a:t>
            </a:r>
            <a:r>
              <a:rPr lang="en-US" sz="1000" dirty="0" err="1"/>
              <a:t>cybersecurity</a:t>
            </a:r>
            <a:r>
              <a:rPr lang="en-US" sz="1000" dirty="0"/>
              <a:t> threat patterns and incident trends.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02920" y="3410712"/>
            <a:ext cx="8138160" cy="713232"/>
          </a:xfrm>
          <a:prstGeom prst="roundRect">
            <a:avLst>
              <a:gd name="adj" fmla="val 897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/home/claude/work/assets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65302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5021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</a:t>
            </a:r>
            <a:r>
              <a:rPr lang="en-US" sz="1250" b="1" dirty="0" smtClean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Expansion &amp; Analysis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325880" y="37764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000" dirty="0" smtClean="0"/>
              <a:t>Developed </a:t>
            </a:r>
            <a:r>
              <a:rPr lang="en-US" sz="1000" dirty="0"/>
              <a:t>3 additional dashboards, bringing the total to 5 dashboards. Improved threat, severity, attack-status and incident analysis.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02920" y="4270248"/>
            <a:ext cx="8138160" cy="713232"/>
          </a:xfrm>
          <a:prstGeom prst="roundRect">
            <a:avLst>
              <a:gd name="adj" fmla="val 897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85800" y="4398264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/home/claude/work/assets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512564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3616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r>
              <a:rPr lang="en-US" sz="1250" b="1" dirty="0" smtClean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Final  </a:t>
            </a:r>
            <a:r>
              <a:rPr lang="en-US" sz="12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&amp; </a:t>
            </a:r>
            <a:r>
              <a:rPr lang="en-US" sz="1250" b="1" dirty="0" smtClean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325880" y="463600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000" dirty="0"/>
              <a:t>Developed the remaining 2 dashboards, completing the full 7-dashboard suite. Integrated all dashboards into a consistent interactive framework.</a:t>
            </a:r>
            <a:r>
              <a:rPr lang="en-US" sz="10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3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Resolutions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417320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work/assets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1677924"/>
            <a:ext cx="192024" cy="1920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545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" y="1746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 Handling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85800" y="203911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records required efficient handling for smooth analysis.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617720" y="1417320"/>
            <a:ext cx="4023360" cy="1051560"/>
          </a:xfrm>
          <a:prstGeom prst="roundRect">
            <a:avLst>
              <a:gd name="adj" fmla="val 6087"/>
            </a:avLst>
          </a:prstGeom>
          <a:solidFill>
            <a:srgbClr val="0A3D62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82312" y="1581912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work/assets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1677924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15453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800600" y="18196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optimization and structured preprocessing techniques.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02920" y="2651760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7512" y="2816352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/home/claude/work/assets/icons/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2912364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27797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43000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85800" y="327355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logs contained missing values, duplicates and inconsistencies.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617720" y="2651760"/>
            <a:ext cx="4023360" cy="1051560"/>
          </a:xfrm>
          <a:prstGeom prst="roundRect">
            <a:avLst>
              <a:gd name="adj" fmla="val 6087"/>
            </a:avLst>
          </a:prstGeom>
          <a:solidFill>
            <a:srgbClr val="0A3D62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82312" y="2816352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4" descr="/home/claude/work/assets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2912364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7800" y="27797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800600" y="30540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cleaning, missing value handling and duplicate removal.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02920" y="3886200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67512" y="4050792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8" name="Image 5" descr="/home/claude/work/assets/icons/chartp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" y="4146804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" y="40142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43000" y="4215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Dashboard Design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685800" y="45079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complex threat data clearly was difficult at first.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617720" y="3886200"/>
            <a:ext cx="4023360" cy="1051560"/>
          </a:xfrm>
          <a:prstGeom prst="roundRect">
            <a:avLst>
              <a:gd name="adj" fmla="val 6087"/>
            </a:avLst>
          </a:prstGeom>
          <a:solidFill>
            <a:srgbClr val="0A3D62"/>
          </a:solidFill>
          <a:ln/>
          <a:effectLst>
            <a:outerShdw blurRad="762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782312" y="4050792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age 6" descr="/home/claude/work/assets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41468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57800" y="40142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800600" y="42885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interactive Power BI visuals, KPIs and clear layouts.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Skills Acquired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" y="1828800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work/assets/icons/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929384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8288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94360" y="2395728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/home/claude/work/assets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49631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3957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94360" y="2962656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3" descr="/home/claude/work/assets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0632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29626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594360" y="3529584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4" descr="/home/claude/work/assets/icons/shield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63016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5295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Analytics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846320" y="1828800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5" descr="/home/claude/work/assets/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6904" y="1929384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4846320" y="2395728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6" descr="/home/claude/work/assets/icons/puzzlepie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6904" y="249631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94960" y="23957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4846320" y="2962656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7" descr="/home/claude/work/assets/icons/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04" y="306324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94960" y="29626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F4F8FA"/>
          </a:solidFill>
          <a:ln/>
        </p:spPr>
      </p:sp>
      <p:sp>
        <p:nvSpPr>
          <p:cNvPr id="28" name="Text 18"/>
          <p:cNvSpPr/>
          <p:nvPr/>
        </p:nvSpPr>
        <p:spPr>
          <a:xfrm>
            <a:off x="777240" y="3977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strengthened both my technical foundation in data analytics and my ability to collaborate and think critically under real project constraints.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" y="1828800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work/assets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929384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8288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monitoring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4360" y="2395728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/home/claude/work/assets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49631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3957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analytics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94360" y="2962656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3" descr="/home/claude/work/assets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0632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29626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integration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94360" y="3529584"/>
            <a:ext cx="402336" cy="40233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4" descr="/home/claude/work/assets/icons/exclamation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63016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5295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system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54880" y="1371600"/>
            <a:ext cx="3886200" cy="3200400"/>
          </a:xfrm>
          <a:prstGeom prst="roundRect">
            <a:avLst>
              <a:gd name="adj" fmla="val 2000"/>
            </a:avLst>
          </a:prstGeom>
          <a:solidFill>
            <a:srgbClr val="0A3D62"/>
          </a:solidFill>
          <a:ln/>
        </p:spPr>
      </p:sp>
      <p:sp>
        <p:nvSpPr>
          <p:cNvPr id="18" name="Text 11"/>
          <p:cNvSpPr/>
          <p:nvPr/>
        </p:nvSpPr>
        <p:spPr>
          <a:xfrm>
            <a:off x="502920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029200" y="214884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5" descr="/home/claude/work/assets/icons/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5212" y="2244852"/>
            <a:ext cx="192024" cy="19202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59552" y="2148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threat visibility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029200" y="283464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6" descr="/home/claude/work/assets/icons/bo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5212" y="2930652"/>
            <a:ext cx="192024" cy="1920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59552" y="2834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029200" y="352044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7" descr="/home/claude/work/assets/icons/shielda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5212" y="3616452"/>
            <a:ext cx="192024" cy="19202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59552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 monitoring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463040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F4F8FA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work/assets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1628546"/>
            <a:ext cx="181051" cy="1810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463040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analyzed cybersecurity threat data as an individual project contribution.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02920" y="2084832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F4F8FA"/>
          </a:solidFill>
          <a:ln/>
        </p:spPr>
      </p:sp>
      <p:sp>
        <p:nvSpPr>
          <p:cNvPr id="9" name="Shape 5"/>
          <p:cNvSpPr/>
          <p:nvPr/>
        </p:nvSpPr>
        <p:spPr>
          <a:xfrm>
            <a:off x="640080" y="2176272"/>
            <a:ext cx="329184" cy="329184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2" descr="/home/claude/work/assets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2250338"/>
            <a:ext cx="181051" cy="1810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084832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12-step data preprocessing workflow from raw logs to analysis-ready data.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02920" y="2706624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F4F8FA"/>
          </a:solidFill>
          <a:ln/>
        </p:spPr>
      </p:sp>
      <p:sp>
        <p:nvSpPr>
          <p:cNvPr id="13" name="Shape 8"/>
          <p:cNvSpPr/>
          <p:nvPr/>
        </p:nvSpPr>
        <p:spPr>
          <a:xfrm>
            <a:off x="640080" y="2798064"/>
            <a:ext cx="329184" cy="329184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/home/claude/work/assets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2872130"/>
            <a:ext cx="181051" cy="18105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2706624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7-page interactive Power BI dashboard suite for threat visualization.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02920" y="3328416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F4F8FA"/>
          </a:solidFill>
          <a:ln/>
        </p:spPr>
      </p:sp>
      <p:sp>
        <p:nvSpPr>
          <p:cNvPr id="17" name="Shape 11"/>
          <p:cNvSpPr/>
          <p:nvPr/>
        </p:nvSpPr>
        <p:spPr>
          <a:xfrm>
            <a:off x="640080" y="3419856"/>
            <a:ext cx="329184" cy="329184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4" descr="/home/claude/work/assets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3493922"/>
            <a:ext cx="181051" cy="1810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328416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actionable security insights to support faster decision-making.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02920" y="3950208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F4F8FA"/>
          </a:solidFill>
          <a:ln/>
        </p:spPr>
      </p:sp>
      <p:sp>
        <p:nvSpPr>
          <p:cNvPr id="21" name="Shape 14"/>
          <p:cNvSpPr/>
          <p:nvPr/>
        </p:nvSpPr>
        <p:spPr>
          <a:xfrm>
            <a:off x="640080" y="4041648"/>
            <a:ext cx="329184" cy="329184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5" descr="/home/claude/work/assets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4115714"/>
            <a:ext cx="181051" cy="18105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0" y="3950208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hands-on, practical experience in cybersecurity analytics and data visualization.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" y="1874520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/home/claude/work/assets/icons/usert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6596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Springboard, for the internship opportunity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94360" y="2441448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/home/claude/work/assets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3288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Nithayasri S J, Project Mentor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94360" y="3008376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3" descr="/home/claude/work/assets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9981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008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</a:t>
            </a:r>
            <a:r>
              <a:rPr lang="en-US" sz="105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members-</a:t>
            </a:r>
            <a:r>
              <a:rPr lang="en-US" sz="105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</a:t>
            </a:r>
            <a:r>
              <a:rPr lang="en-US" sz="105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Jaiswal,Darsh</a:t>
            </a:r>
            <a:r>
              <a:rPr lang="en-US" sz="105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Dwivedhi,Hemanth</a:t>
            </a:r>
            <a:r>
              <a:rPr lang="en-US" sz="105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their collaboration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94360" y="3575304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4" descr="/home/claude/work/assets/icons/graduationc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66744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3575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Coordinators, for their continued support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846320" y="1874520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5" descr="/home/claude/work/assets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96596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67528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Cybersecurity Threat Detection Logs Dataset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846320" y="2532888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6" descr="/home/claude/work/assets/icons/b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62432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67528" y="25328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4846320" y="3191256"/>
            <a:ext cx="365760" cy="3657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7" descr="/home/claude/work/assets/icons/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282696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67528" y="31912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Analytics Resources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83380" y="1783080"/>
            <a:ext cx="777240" cy="77724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1" descr="/home/claude/work/assets/icons/shiel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690" y="1977390"/>
            <a:ext cx="388620" cy="3886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743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023360" y="3310128"/>
            <a:ext cx="1097280" cy="0"/>
          </a:xfrm>
          <a:prstGeom prst="line">
            <a:avLst/>
          </a:prstGeom>
          <a:noFill/>
          <a:ln w="15875">
            <a:solidFill>
              <a:srgbClr val="0A3D6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0" y="3520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922</Words>
  <Application>Microsoft Office PowerPoint</Application>
  <PresentationFormat>On-screen Show (16:9)</PresentationFormat>
  <Paragraphs>166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HARINI THANGAVEL</cp:lastModifiedBy>
  <cp:revision>7</cp:revision>
  <dcterms:created xsi:type="dcterms:W3CDTF">2026-08-16T07:16:14Z</dcterms:created>
  <dcterms:modified xsi:type="dcterms:W3CDTF">2026-08-16T12:09:20Z</dcterms:modified>
</cp:coreProperties>
</file>