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28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263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840480"/>
            <a:ext cx="2926080" cy="2926080"/>
          </a:xfrm>
          <a:prstGeom prst="ellipse">
            <a:avLst/>
          </a:prstGeom>
          <a:solidFill>
            <a:srgbClr val="2630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7.0   |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Incident Visualization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50292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data analytics and visualization help identify, monitor, and respond to cybersecurity threats.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6035040" cy="1417320"/>
          </a:xfrm>
          <a:prstGeom prst="rect">
            <a:avLst/>
          </a:prstGeom>
          <a:solidFill>
            <a:srgbClr val="171F5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892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Darsh Dwivedi
</a:t>
            </a:r>
            <a:r>
              <a:rPr lang="en-US" sz="1200" dirty="0">
                <a:solidFill>
                  <a:srgbClr val="AA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7.0  ·  Data Visualization Intern
</a:t>
            </a: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Nityasri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 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ect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Analysis-Ready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raw cybersecurity network logs into a structured table using Power Query in Power BI.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49240" cy="2148840"/>
          </a:xfrm>
          <a:prstGeom prst="rect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8040" y="1764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Risk Indicators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fields such as Severity Score, Urgency Flag and Incident ID to support faster triage of events.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148840"/>
          </a:xfrm>
          <a:prstGeom prst="rect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Threat Visualization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structured data to power an interactive Power BI dashboard for monitoring and investigating threats.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2148840"/>
          </a:xfrm>
          <a:prstGeom prst="rect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41879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Security Dashboards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multi-page reporting suite covering traffic, threat severity, and exfiltration risk to guide stakeholder decisions.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turns raw, inconsistent network-log data into a structured, risk-scored dataset and an interactive Power BI dashboard suite that helps security teams detect, investigate and respond to threats faster.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2940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6092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90572" y="182880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2E3A85"/>
          </a:solidFill>
          <a:ln/>
        </p:spPr>
      </p:sp>
      <p:sp>
        <p:nvSpPr>
          <p:cNvPr id="10" name="Text 8"/>
          <p:cNvSpPr/>
          <p:nvPr/>
        </p:nvSpPr>
        <p:spPr>
          <a:xfrm>
            <a:off x="2583180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5748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37660" y="182880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7116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30268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2836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4748" y="182880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4204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2E3A85"/>
          </a:solidFill>
          <a:ln/>
        </p:spPr>
      </p:sp>
      <p:sp>
        <p:nvSpPr>
          <p:cNvPr id="18" name="Text 16"/>
          <p:cNvSpPr/>
          <p:nvPr/>
        </p:nvSpPr>
        <p:spPr>
          <a:xfrm>
            <a:off x="6277356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9924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Data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31836" y="182880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51292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124444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7012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78924" y="182880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98380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2E3A85"/>
          </a:solidFill>
          <a:ln/>
        </p:spPr>
      </p:sp>
      <p:sp>
        <p:nvSpPr>
          <p:cNvPr id="26" name="Text 24"/>
          <p:cNvSpPr/>
          <p:nvPr/>
        </p:nvSpPr>
        <p:spPr>
          <a:xfrm>
            <a:off x="9971532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44100" y="2084832"/>
            <a:ext cx="1536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8620" y="30632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88620" y="30632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" y="3172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 &amp; Connection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9788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the raw cybersecurity_threat_detection_logs source (6M+ rows) into Power BI's Power Query editor.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65676" y="30632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265676" y="30632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4466844" y="3172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Preprocessing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466844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de-duplicated and standardised the log data across 21 applied Power Query steps.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42732" y="30632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7" name="Shape 35"/>
          <p:cNvSpPr/>
          <p:nvPr/>
        </p:nvSpPr>
        <p:spPr>
          <a:xfrm>
            <a:off x="8142732" y="30632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8343900" y="3172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4390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Severity_score, Urgency_Flag, IP_Network_Origin and Incident_ID.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8620" y="46634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1" name="Shape 39"/>
          <p:cNvSpPr/>
          <p:nvPr/>
        </p:nvSpPr>
        <p:spPr>
          <a:xfrm>
            <a:off x="388620" y="46634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" y="4773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Modeling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89788" y="5166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table relationships and DAX measures for incident counts, severity averages and blocked-traffic ratios.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65676" y="46634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265676" y="46634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6" name="Text 44"/>
          <p:cNvSpPr/>
          <p:nvPr/>
        </p:nvSpPr>
        <p:spPr>
          <a:xfrm>
            <a:off x="4466844" y="4773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Design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466844" y="5166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 7-page Power BI dashboard suite covering traffic, threat, protocol and exfiltration analysis.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42732" y="4663440"/>
            <a:ext cx="365760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9" name="Shape 47"/>
          <p:cNvSpPr/>
          <p:nvPr/>
        </p:nvSpPr>
        <p:spPr>
          <a:xfrm>
            <a:off x="8142732" y="466344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0" name="Text 48"/>
          <p:cNvSpPr/>
          <p:nvPr/>
        </p:nvSpPr>
        <p:spPr>
          <a:xfrm>
            <a:off x="8343900" y="4773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 &amp; Publishing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343900" y="5166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visuals against source data and published the report for stakeholder access.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Visualizations / Components Used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visual components across the dashboard suite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53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37160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top-line metrics — total events, % traffic blocked, and malicious incidents — at a glance.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124712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75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933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daily and weekly traffic and threat volume to spot spikes or anomalies over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1518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615184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total traffic share across the seven network protocols in the dataset.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1124712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319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323697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236976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 incidents by Threat Response Status — Missed Threat, Blocked, False Positive.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85876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385876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top attacking source IPs and subnets as direct starting points for investigation.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1124712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448056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/ Matrix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448056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severity level with protocol to surface the riskiest traffic hotspots.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184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5880" y="51023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 &amp; Funnel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0" y="510235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down from 1.49M logs to the critical missed breaches hidden within them.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was executed through 4 structured milestones to ensure systematic progress and accuracy.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/ Source Used: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cybersecurity_threat_detection_logs   ·   6M+ rows previewed in Power Query   ·   Power 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18745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420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– Problem Understanding &amp; Data Connection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 the security-analytics problem and connected the raw log source into Power BI's Power Query editor.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49240" cy="18745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3952" y="25420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4871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– Data 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154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de-duplicated and standardised the data across 21 applied Power Query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349240" cy="18745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6451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5902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– Feature Engineering &amp; Data Modeling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52578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risk fields (Severity_score, Urgency_Flag) and built the relational data model with DAX measures.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389120"/>
            <a:ext cx="5349240" cy="18745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952" y="46451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45902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– Dashboard Design &amp; Publishing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52578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published a 7-page interactive dashboard suite with drill-through, filters and slicers.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Resolutions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611880" cy="23317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Inconsistent, Noisy Raw Log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data types, duplicate entries and unstructured timestamps made the raw logs unreliable for analysis.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611880" cy="23317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1: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repeatable 21-step Power Query pipeline to de-duplicate, retype and standardise every field.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9976" y="1051560"/>
            <a:ext cx="3611880" cy="23317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1188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High-Cardinality Noisy Fields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2856" y="187452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fields like user_agent and request_path added noise without analytical value.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9976" y="3520440"/>
            <a:ext cx="3611880" cy="23317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3657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2: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2856" y="406908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the noisy free-text columns and engineered structured fields such as IP_Network_Origin in their place.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1051560"/>
            <a:ext cx="3611880" cy="23317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188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Distinguishing Real Threats at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4192" y="187452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~1.5M events, 49.89% of malicious traffic was still marked "allowed", making triage difficult.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11312" y="3520440"/>
            <a:ext cx="3611880" cy="23317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3657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3: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406908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Severity_score, Urgency_Flag and a custom Threat Response Status to prioritise analyst review.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Skills Acquired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94960" cy="3291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6642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&amp; Power Query (M language) data transformation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2311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de-duplication &amp; feature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712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27980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 &amp; KPI 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4381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43584" y="33649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data-visualization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5394960" cy="3291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173736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12864" y="16642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&amp; structured problem-solving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304288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12864" y="22311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to detail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87121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12864" y="27980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data-driven decisions clearly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Learning / Experience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end-to-end on this project showed how much of “data analytics” is really about disciplined data preparation — the risk fields and dashboards were only as good as the underlying pipeline behind them.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309360" cy="50749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ingestion for live threat monitoring instead of batch loads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anomaly detection to flag suspicious patterns automatically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1246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575304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alerting for critical missed breaches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8289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745736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 access for SOC, management and compliance teams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051560"/>
            <a:ext cx="4526280" cy="5074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0920" y="1874520"/>
            <a:ext cx="45720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8745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(49.89%) of malicious traffic was still marked “allowed” — the single most important finding.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3337560"/>
            <a:ext cx="45720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3375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Risk Index (44.60) exceeded the safe threshold of 40, signalling elevated overall risk.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4800600"/>
            <a:ext cx="45720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48006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feature engineering — severity, urgency, origin — mattered more to usable insight than raw data volume.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26306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transformed raw, noisy cybersecurity logs into a structured, risk-scored dataset and a multi-page interactive dashboard suite.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4864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Technical Impact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274320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Strengthened practical skills in Power Query transformation, DAX modeling and dashboard design.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54864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9319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Practical Experience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0" y="393192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real SOC workflows — from log ingestion to threat triage and stakeholder reporting.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54864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120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51206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data connected, cleaned, modeled and visualized, this platform gives security teams a faster, evidence-based way to detect and respond to threats.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 and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like to express my heartfelt gratitude to: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— program &amp;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Mentor, [Mentor Name]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fellow batchmates and peers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319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family and friends for their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7373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164592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7.0 — program materials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26517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Power BI &amp; Power Query official documentation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374904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36576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cybersecurity_threat_detection_logs — simulated network-traffic log 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Analytics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06F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737360"/>
            <a:ext cx="3931920" cy="3931920"/>
          </a:xfrm>
          <a:prstGeom prst="ellipse">
            <a:avLst/>
          </a:prstGeom>
          <a:solidFill>
            <a:srgbClr val="26306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728716" y="3703320"/>
            <a:ext cx="7315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Darsh Dwivedi  ·  Data Visualization Intern  ·  Infosys Springboard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1205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Darsh Dwivedi</cp:lastModifiedBy>
  <cp:revision>2</cp:revision>
  <dcterms:created xsi:type="dcterms:W3CDTF">2026-08-16T11:47:10Z</dcterms:created>
  <dcterms:modified xsi:type="dcterms:W3CDTF">2026-08-16T11:50:16Z</dcterms:modified>
</cp:coreProperties>
</file>